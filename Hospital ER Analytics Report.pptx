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81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451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7277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337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1368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97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9994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978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946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5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87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804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25091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403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41011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92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7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94047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69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008" y="1247775"/>
            <a:ext cx="7417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Emergency Room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82280" y="2085975"/>
            <a:ext cx="27793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Report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550063" y="2726035"/>
            <a:ext cx="40438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2023 Performance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52975" y="3655616"/>
            <a:ext cx="363805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Flow, Wait Times &amp; Satisfaction Metrics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88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Analyze Emergency Room operations to identify efficiency gaps and improve patient experience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 month of September 2023 (30-day dataset)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Size: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469 unique patient records with comprehensive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volume, wait times, admission rates, and satisfaction scores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61119"/>
            <a:ext cx="7924800" cy="192008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59394"/>
            <a:ext cx="7924800" cy="192008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2498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 -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009784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0704" y="1416687"/>
            <a:ext cx="731520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Patients: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469</a:t>
            </a:r>
            <a:endParaRPr lang="en-US" sz="13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Wait Time: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34.27 min</a:t>
            </a:r>
            <a:endParaRPr lang="en-US" sz="13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Score: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4.98/10</a:t>
            </a:r>
            <a:endParaRPr lang="en-US" sz="13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Period: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Sept 1-30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7552" y="3201206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Variables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3617259"/>
            <a:ext cx="731520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 demographics (age, gender)</a:t>
            </a:r>
            <a:endParaRPr lang="en-US" sz="13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Admission status (admitted/not admitted)</a:t>
            </a:r>
            <a:endParaRPr lang="en-US" sz="13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 punctuality (on-time/delayed)</a:t>
            </a:r>
            <a:endParaRPr lang="en-US" sz="13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referrals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88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469 patient records verified with no missing critical values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Segmented into 8 age brackets (0-9, 10-19... 70-79) for demographic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Wait times, satisfaction scores, and attendance flags normalized for comparison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Treatment: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Extreme wait times (43.47 min on Sep 9) identified and retained as legitimate variations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Analysis: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Summary statistics for patient volumes, wait times, and satisfaction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 patterns to identify peak hours and volume fluctuations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Segmentation: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across age groups, gender, and department referrals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Study: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Relationship between patient volume, wait times, and satisfaction scores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797" y="131496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8445" y="644753"/>
            <a:ext cx="762000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Rate: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53.1% admitted, 46.9% discharged (slight majority for hospitalization)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Punctuality: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54.8% arrive delayed (257 of 469), only 45.2% arrive on-time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Volumes Peak: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September 15th and 22nd recorded highest attendance (26 and 23 patients)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 Variation: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Range 28.38 to 43.47 minutes; inconsistent service delivery across days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Satisfaction Scores: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4.98/10 indicates significant patient dissatisfaction (below 50%)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Distribution: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Nearly equal split (Male: 53.3%, Female: 46.7%)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Distribution: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Fairly uniform (52-66 patients per age bracket); highest volume in 40-49 age group (66 patients)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Load: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260 patients (55.4%) require no specialist referral; 107 (22.8%) to General Practice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Demand: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Orthopedics (48), Physiotherapy (17), Cardiology (13) are top referral departments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111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789221"/>
            <a:ext cx="7620000" cy="2080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Optimization: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Increase staff on identified peak days (15th, 22nd); implement variable scheduling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 Reduction: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max 25-30 min wait time; implement triage fast-track system for non-critical cases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Enhancement: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Conduct root cause analysis for low scores; implement patient communication improvements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Punctuality Program: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54.8% delayed arrivals through appointment reminders and communication channels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Resources: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Strengthen Orthopedics and Physiotherapy departments given high referral volumes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Monitoring: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real-time KPI dashboard for daily wait times, volume, and satisfaction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7623" y="1935463"/>
            <a:ext cx="384875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447152" y="2575522"/>
            <a:ext cx="624959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 needs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restructuring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address wait times and satisfaction.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13542" y="2967930"/>
            <a:ext cx="6116818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</a:t>
            </a: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demand management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flexibility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</a:t>
            </a:r>
            <a:endParaRPr lang="en-US" sz="13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541</Words>
  <Application>Microsoft Office PowerPoint</Application>
  <PresentationFormat>On-screen Show (16:9)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Atul bodke</cp:lastModifiedBy>
  <cp:revision>2</cp:revision>
  <dcterms:created xsi:type="dcterms:W3CDTF">2026-01-13T06:38:56Z</dcterms:created>
  <dcterms:modified xsi:type="dcterms:W3CDTF">2026-01-13T07:11:04Z</dcterms:modified>
</cp:coreProperties>
</file>